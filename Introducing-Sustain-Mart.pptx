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Inter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4439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64525"/>
            <a:ext cx="68569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Introducing Sustain Mart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1346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 Mart is a sustainable e-commerce brand offering premium personal care products made with natural ingredients. Our mission is to promote healthier lifestyles while protecting the environment through ethical and responsible business practices.</a:t>
            </a:r>
            <a:endParaRPr lang="en-US" sz="175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8FFCB12-DF3F-6398-0308-A4F89DD5D437}"/>
              </a:ext>
            </a:extLst>
          </p:cNvPr>
          <p:cNvSpPr/>
          <p:nvPr/>
        </p:nvSpPr>
        <p:spPr>
          <a:xfrm>
            <a:off x="12573000" y="7591926"/>
            <a:ext cx="2081758" cy="637673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8973"/>
            <a:ext cx="58518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 We Identified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669738"/>
            <a:ext cx="4196358" cy="1887260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3790" y="2639258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51688" y="232957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55761" y="249971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236714"/>
            <a:ext cx="368177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Chemical-based personal care products harm skin and environment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216962" y="2669738"/>
            <a:ext cx="4196358" cy="1887260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6962" y="2639258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74860" y="232957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933" y="249971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74256" y="3236714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Limited sustainable options in the local market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640133" y="2669738"/>
            <a:ext cx="4196358" cy="1887260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40133" y="2639258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398032" y="232957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602105" y="249971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97427" y="3236714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Imported organic brands are expensive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93790" y="5123974"/>
            <a:ext cx="13042702" cy="1178600"/>
          </a:xfrm>
          <a:prstGeom prst="roundRect">
            <a:avLst>
              <a:gd name="adj" fmla="val 124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3790" y="5093494"/>
            <a:ext cx="13042702" cy="121920"/>
          </a:xfrm>
          <a:prstGeom prst="roundRect">
            <a:avLst>
              <a:gd name="adj" fmla="val 78139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74860" y="478381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78933" y="495395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466511" y="5690949"/>
            <a:ext cx="56971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Lack of consumer trust and transparency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3790" y="65577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Consumers want safe, affordable, and ethical alternatives.</a:t>
            </a:r>
            <a:endParaRPr lang="en-US" sz="17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9A94CEB-2DF2-D558-08BD-30311440EC90}"/>
              </a:ext>
            </a:extLst>
          </p:cNvPr>
          <p:cNvSpPr/>
          <p:nvPr/>
        </p:nvSpPr>
        <p:spPr>
          <a:xfrm>
            <a:off x="12573000" y="7591926"/>
            <a:ext cx="2081758" cy="637673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8973"/>
            <a:ext cx="652700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Uniqueness of Sustain Mart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669738"/>
            <a:ext cx="4196358" cy="1887260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3790" y="2639258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51688" y="232957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55761" y="249971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236714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Combines sustainability with affordability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216962" y="2669738"/>
            <a:ext cx="4196358" cy="1887260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6962" y="2639258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74860" y="232957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933" y="249971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74256" y="3236714"/>
            <a:ext cx="368177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Designed for Pakistani climate and consumer needs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640133" y="2669738"/>
            <a:ext cx="4196358" cy="1887260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40133" y="2639258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398032" y="232957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602105" y="249971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97427" y="3236714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Ethical sourcing and eco-friendly packaging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93790" y="5123974"/>
            <a:ext cx="13042702" cy="1178600"/>
          </a:xfrm>
          <a:prstGeom prst="roundRect">
            <a:avLst>
              <a:gd name="adj" fmla="val 124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3790" y="5093494"/>
            <a:ext cx="13042702" cy="121920"/>
          </a:xfrm>
          <a:prstGeom prst="roundRect">
            <a:avLst>
              <a:gd name="adj" fmla="val 78139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74860" y="478381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78933" y="495395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746188" y="5690949"/>
            <a:ext cx="51379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Premium digital shopping experience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3790" y="65577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👉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Sustain Mart is not just a product-based business, but a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purpose-driven brand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6C53879-3055-F5EE-E31D-60A94D53CEF7}"/>
              </a:ext>
            </a:extLst>
          </p:cNvPr>
          <p:cNvSpPr/>
          <p:nvPr/>
        </p:nvSpPr>
        <p:spPr>
          <a:xfrm>
            <a:off x="12573000" y="7591926"/>
            <a:ext cx="2081758" cy="637673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577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Market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4769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Group: 18–35 years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3790" y="39191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population of Pakistan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93790" y="43613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 to upper-middle income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93790" y="480357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Eco-conscious and online shoppers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93790" y="5500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Trend:</a:t>
            </a:r>
            <a:r>
              <a:rPr lang="en-US" sz="2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Growing awareness of self-care and sustainability.</a:t>
            </a:r>
            <a:endParaRPr lang="en-US" sz="28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B9FDAB-7AC6-03C3-98DD-910C3716A8AF}"/>
              </a:ext>
            </a:extLst>
          </p:cNvPr>
          <p:cNvSpPr/>
          <p:nvPr/>
        </p:nvSpPr>
        <p:spPr>
          <a:xfrm>
            <a:off x="12573000" y="7591926"/>
            <a:ext cx="2081758" cy="637673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4579"/>
            <a:ext cx="481774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Value Proposition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415183"/>
            <a:ext cx="4196358" cy="1223248"/>
          </a:xfrm>
          <a:prstGeom prst="roundRect">
            <a:avLst>
              <a:gd name="adj" fmla="val 11960"/>
            </a:avLst>
          </a:prstGeom>
          <a:solidFill>
            <a:srgbClr val="FFFFFF"/>
          </a:solidFill>
          <a:ln w="30480">
            <a:solidFill>
              <a:srgbClr val="5CC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2415183"/>
            <a:ext cx="121920" cy="1223248"/>
          </a:xfrm>
          <a:prstGeom prst="roundRect">
            <a:avLst>
              <a:gd name="adj" fmla="val 78139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2672477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Natural &amp; chemical-free products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216962" y="2415183"/>
            <a:ext cx="4196358" cy="1223248"/>
          </a:xfrm>
          <a:prstGeom prst="roundRect">
            <a:avLst>
              <a:gd name="adj" fmla="val 11960"/>
            </a:avLst>
          </a:prstGeom>
          <a:solidFill>
            <a:srgbClr val="FFFFFF"/>
          </a:solidFill>
          <a:ln w="30480">
            <a:solidFill>
              <a:srgbClr val="5CC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86482" y="2415183"/>
            <a:ext cx="121920" cy="1223248"/>
          </a:xfrm>
          <a:prstGeom prst="roundRect">
            <a:avLst>
              <a:gd name="adj" fmla="val 78139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65696" y="2672477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Premium quality at affordable prices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40133" y="2415183"/>
            <a:ext cx="4196358" cy="1223248"/>
          </a:xfrm>
          <a:prstGeom prst="roundRect">
            <a:avLst>
              <a:gd name="adj" fmla="val 11960"/>
            </a:avLst>
          </a:prstGeom>
          <a:solidFill>
            <a:srgbClr val="FFFFFF"/>
          </a:solidFill>
          <a:ln w="30480">
            <a:solidFill>
              <a:srgbClr val="5CC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9653" y="2415183"/>
            <a:ext cx="121920" cy="1223248"/>
          </a:xfrm>
          <a:prstGeom prst="roundRect">
            <a:avLst>
              <a:gd name="adj" fmla="val 78139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88868" y="2672477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Convenient online experience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16962" y="3865245"/>
            <a:ext cx="4196358" cy="1223248"/>
          </a:xfrm>
          <a:prstGeom prst="roundRect">
            <a:avLst>
              <a:gd name="adj" fmla="val 11960"/>
            </a:avLst>
          </a:prstGeom>
          <a:solidFill>
            <a:srgbClr val="FFFFFF"/>
          </a:solidFill>
          <a:ln w="30480">
            <a:solidFill>
              <a:srgbClr val="5CC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86482" y="3865245"/>
            <a:ext cx="121920" cy="1223248"/>
          </a:xfrm>
          <a:prstGeom prst="roundRect">
            <a:avLst>
              <a:gd name="adj" fmla="val 78139"/>
            </a:avLst>
          </a:prstGeom>
          <a:solidFill>
            <a:srgbClr val="5CC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65696" y="4122539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Ethical, transparent, and trustworthy brand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53436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Promise: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133951" y="6216848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“Sustainable personal care made accessible.”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961698"/>
            <a:ext cx="30480" cy="873204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74B4D2B-4C8C-14BE-64BE-BAA51CFB0F2E}"/>
              </a:ext>
            </a:extLst>
          </p:cNvPr>
          <p:cNvSpPr/>
          <p:nvPr/>
        </p:nvSpPr>
        <p:spPr>
          <a:xfrm>
            <a:off x="12573000" y="7591926"/>
            <a:ext cx="2081758" cy="637673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5348" y="873581"/>
            <a:ext cx="72409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Model &amp; Canvas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070516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8E86842-435E-3508-F2C9-EA81F57EFD09}"/>
              </a:ext>
            </a:extLst>
          </p:cNvPr>
          <p:cNvSpPr/>
          <p:nvPr/>
        </p:nvSpPr>
        <p:spPr>
          <a:xfrm>
            <a:off x="12573000" y="7591926"/>
            <a:ext cx="2081758" cy="637673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736E32-43AA-229D-F5F1-CEC51B613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005" y="2033933"/>
            <a:ext cx="8530389" cy="56869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198</Words>
  <Application>Microsoft Office PowerPoint</Application>
  <PresentationFormat>Custom</PresentationFormat>
  <Paragraphs>42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Huzaira Sultan</cp:lastModifiedBy>
  <cp:revision>2</cp:revision>
  <dcterms:created xsi:type="dcterms:W3CDTF">2026-01-15T15:41:36Z</dcterms:created>
  <dcterms:modified xsi:type="dcterms:W3CDTF">2026-01-15T15:45:10Z</dcterms:modified>
</cp:coreProperties>
</file>